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103E7-6D8D-454B-B25C-D01EACD3FC95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93537-E978-4FF8-B80D-0EFC64C05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911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103E7-6D8D-454B-B25C-D01EACD3FC95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93537-E978-4FF8-B80D-0EFC64C05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659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103E7-6D8D-454B-B25C-D01EACD3FC95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93537-E978-4FF8-B80D-0EFC64C05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081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103E7-6D8D-454B-B25C-D01EACD3FC95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93537-E978-4FF8-B80D-0EFC64C05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869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103E7-6D8D-454B-B25C-D01EACD3FC95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93537-E978-4FF8-B80D-0EFC64C05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796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103E7-6D8D-454B-B25C-D01EACD3FC95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93537-E978-4FF8-B80D-0EFC64C05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472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103E7-6D8D-454B-B25C-D01EACD3FC95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93537-E978-4FF8-B80D-0EFC64C05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115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103E7-6D8D-454B-B25C-D01EACD3FC95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93537-E978-4FF8-B80D-0EFC64C05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394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103E7-6D8D-454B-B25C-D01EACD3FC95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93537-E978-4FF8-B80D-0EFC64C05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275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103E7-6D8D-454B-B25C-D01EACD3FC95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93537-E978-4FF8-B80D-0EFC64C05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578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103E7-6D8D-454B-B25C-D01EACD3FC95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93537-E978-4FF8-B80D-0EFC64C05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071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C28103E7-6D8D-454B-B25C-D01EACD3FC95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C2D93537-E978-4FF8-B80D-0EFC64C05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649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A2BE7-1840-E022-A5B9-A6A791F9DF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0AF146-0F98-B926-B49B-92C2779B4A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087878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Corbel</vt:lpstr>
      <vt:lpstr>Wingdings 2</vt:lpstr>
      <vt:lpstr>Frame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Kaniz Fateha Tahin</dc:creator>
  <cp:lastModifiedBy>Kaniz Fateha Tahin</cp:lastModifiedBy>
  <cp:revision>1</cp:revision>
  <dcterms:created xsi:type="dcterms:W3CDTF">2026-01-04T18:12:26Z</dcterms:created>
  <dcterms:modified xsi:type="dcterms:W3CDTF">2026-01-04T18:15:40Z</dcterms:modified>
</cp:coreProperties>
</file>